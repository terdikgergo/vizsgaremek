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Lst>
  <p:sldSz cx="9144000" cy="5143500"/>
  <p:notesSz cx="6858000" cy="9144000"/>
  <p:embeddedFontLst>
    <p:embeddedFont>
      <p:font typeface="Merriweather"/>
    </p:embeddedFont>
    <p:embeddedFont>
      <p:font typeface="Roboto"/>
      <p:regular r:id="rId9"/>
      <p:bold r:id="rId10"/>
      <p:italic r:id="rId10"/>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font" Target="fonts/Font_1_Roboto_Regular.fntdata"/><Relationship Id="rId10" Type="http://schemas.openxmlformats.org/officeDocument/2006/relationships/font" Target="fonts/Font_2_Roboto_Bold.fntdata"/><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dk1"/>
        </a:solidFill>
      </p:bgPr>
    </p:bg>
    <p:spTree>
      <p:nvGrpSpPr>
        <p:cNvPr id="1" name=""/>
        <p:cNvGrpSpPr/>
        <p:nvPr/>
      </p:nvGrpSpPr>
      <p:grpSpPr>
        <a:xfrm>
          <a:off x="0" y="0"/>
          <a:ext cx="0" cy="0"/>
          <a:chOff x="0" y="0"/>
          <a:chExt cx="0" cy="0"/>
        </a:xfrm>
      </p:grpSpPr>
      <p:sp>
        <p:nvSpPr>
          <p:cNvPr id="2" name="Google Shape;10;p2"/>
          <p:cNvSpPr/>
          <p:nvPr/>
        </p:nvSpPr>
        <p:spPr>
          <a:xfrm>
            <a:off x="0" y="0"/>
            <a:ext cx="9144000" cy="4397760"/>
          </a:xfrm>
          <a:custGeom>
            <a:avLst/>
            <a:gdLst>
              <a:gd name="textAreaLeft" fmla="*/ 0 w 9144000"/>
              <a:gd name="textAreaRight" fmla="*/ 9144360 w 9144000"/>
              <a:gd name="textAreaTop" fmla="*/ 0 h 4397760"/>
              <a:gd name="textAreaBottom" fmla="*/ 4398120 h 4397760"/>
            </a:gdLst>
            <a:ahLst/>
            <a:cxnLst/>
            <a:rect l="textAreaLeft" t="textAreaTop" r="textAreaRight" b="textAreaBottom"/>
            <a:pathLst>
              <a:path w="365770" h="175924">
                <a:moveTo>
                  <a:pt x="0" y="0"/>
                </a:moveTo>
                <a:lnTo>
                  <a:pt x="365770" y="0"/>
                </a:lnTo>
                <a:lnTo>
                  <a:pt x="365760" y="70914"/>
                </a:lnTo>
                <a:lnTo>
                  <a:pt x="0" y="175924"/>
                </a:lnTo>
                <a:close/>
              </a:path>
            </a:pathLst>
          </a:custGeom>
          <a:solidFill>
            <a:schemeClr val="lt1"/>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PlaceHolder 1"/>
          <p:cNvSpPr>
            <a:spLocks noGrp="1"/>
          </p:cNvSpPr>
          <p:nvPr>
            <p:ph type="title"/>
          </p:nvPr>
        </p:nvSpPr>
        <p:spPr>
          <a:xfrm>
            <a:off x="311760" y="539640"/>
            <a:ext cx="8520120" cy="1282320"/>
          </a:xfrm>
          <a:prstGeom prst="rect">
            <a:avLst/>
          </a:prstGeom>
          <a:noFill/>
          <a:ln w="0">
            <a:noFill/>
          </a:ln>
        </p:spPr>
        <p:txBody>
          <a:bodyPr lIns="91440" tIns="91440" rIns="91440" bIns="91440" anchor="t">
            <a:normAutofit/>
          </a:bodyPr>
          <a:lstStyle>
            <a:lvl1pPr indent="0" algn="l">
              <a:buNone/>
              <a:defRPr lang="en-US" sz="3600" b="0" u="none" strike="noStrike">
                <a:solidFill>
                  <a:srgbClr val="000000"/>
                </a:solidFill>
                <a:effectLst/>
                <a:uFillTx/>
                <a:latin typeface="Arial"/>
              </a:defRPr>
            </a:lvl1pPr>
          </a:lstStyle>
          <a:p>
            <a:pPr indent="0" algn="l">
              <a:buNone/>
            </a:pPr>
            <a:r>
              <a:rPr lang="en-US" sz="3600" b="0" u="none" strike="noStrike">
                <a:solidFill>
                  <a:srgbClr val="000000"/>
                </a:solidFill>
                <a:effectLst/>
                <a:uFillTx/>
                <a:latin typeface="Arial"/>
              </a:rPr>
              <a:t>Click to edit the title text format</a:t>
            </a:r>
            <a:endParaRPr lang="en-US" sz="3600" b="0" u="none" strike="noStrike">
              <a:solidFill>
                <a:srgbClr val="000000"/>
              </a:solidFill>
              <a:effectLst/>
              <a:uFillTx/>
              <a:latin typeface="Arial"/>
            </a:endParaRPr>
          </a:p>
        </p:txBody>
      </p:sp>
      <p:sp>
        <p:nvSpPr>
          <p:cNvPr id="4" name="PlaceHolder 2"/>
          <p:cNvSpPr>
            <a:spLocks noGrp="1"/>
          </p:cNvSpPr>
          <p:nvPr>
            <p:ph type="sldNum" idx="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lt1"/>
                </a:solidFill>
                <a:effectLst/>
                <a:uFillTx/>
                <a:latin typeface="Roboto"/>
                <a:ea typeface="Roboto"/>
              </a:defRPr>
            </a:lvl1pPr>
          </a:lstStyle>
          <a:p>
            <a:pPr indent="0" algn="r">
              <a:lnSpc>
                <a:spcPct val="100000"/>
              </a:lnSpc>
              <a:buNone/>
              <a:tabLst>
                <a:tab pos="0" algn="l"/>
              </a:tabLst>
            </a:pPr>
            <a:fld id="{40691E16-6BBE-47FE-8F3E-0E10EB35781B}" type="slidenum">
              <a:rPr lang="en-GB" sz="1000" b="0" u="none" strike="noStrike">
                <a:solidFill>
                  <a:schemeClr val="lt1"/>
                </a:solidFill>
                <a:effectLst/>
                <a:uFillTx/>
                <a:latin typeface="Roboto"/>
                <a:ea typeface="Roboto"/>
              </a:rPr>
              <a:t>&lt;number&gt;</a:t>
            </a:fld>
            <a:endParaRPr lang="en-US" sz="1000" b="0" u="none" strike="noStrike">
              <a:solidFill>
                <a:srgbClr val="FFFFFF"/>
              </a:solidFill>
              <a:effectLst/>
              <a:uFillTx/>
              <a:latin typeface="Times New Roman"/>
            </a:endParaRPr>
          </a:p>
        </p:txBody>
      </p:sp>
      <p:sp>
        <p:nvSpPr>
          <p:cNvPr id="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dk1"/>
        </a:solidFill>
      </p:bgPr>
    </p:bg>
    <p:spTree>
      <p:nvGrpSpPr>
        <p:cNvPr id="1" name=""/>
        <p:cNvGrpSpPr/>
        <p:nvPr/>
      </p:nvGrpSpPr>
      <p:grpSpPr>
        <a:xfrm>
          <a:off x="0" y="0"/>
          <a:ext cx="0" cy="0"/>
          <a:chOff x="0" y="0"/>
          <a:chExt cx="0" cy="0"/>
        </a:xfrm>
      </p:grpSpPr>
      <p:sp>
        <p:nvSpPr>
          <p:cNvPr id="6" name="PlaceHolder 1"/>
          <p:cNvSpPr>
            <a:spLocks noGrp="1"/>
          </p:cNvSpPr>
          <p:nvPr>
            <p:ph type="title" hasCustomPrompt="1"/>
          </p:nvPr>
        </p:nvSpPr>
        <p:spPr>
          <a:xfrm>
            <a:off x="311760" y="831240"/>
            <a:ext cx="5334480" cy="1244520"/>
          </a:xfrm>
          <a:prstGeom prst="rect">
            <a:avLst/>
          </a:prstGeom>
          <a:noFill/>
          <a:ln w="0">
            <a:noFill/>
          </a:ln>
        </p:spPr>
        <p:txBody>
          <a:bodyPr lIns="91440" tIns="91440" rIns="91440" bIns="91440" anchor="b">
            <a:normAutofit fontScale="85000" lnSpcReduction="19999"/>
          </a:bodyPr>
          <a:lstStyle>
            <a:lvl1pPr indent="0" algn="l">
              <a:lnSpc>
                <a:spcPct val="100000"/>
              </a:lnSpc>
              <a:buNone/>
              <a:defRPr lang="en-US" sz="10000" b="0" u="none" strike="noStrike">
                <a:solidFill>
                  <a:schemeClr val="lt1"/>
                </a:solidFill>
                <a:effectLst/>
                <a:uFillTx/>
                <a:latin typeface="Merriweather"/>
                <a:ea typeface="Merriweather"/>
              </a:defRPr>
            </a:lvl1pPr>
          </a:lstStyle>
          <a:p>
            <a:pPr indent="0" algn="l">
              <a:lnSpc>
                <a:spcPct val="100000"/>
              </a:lnSpc>
              <a:buNone/>
            </a:pPr>
            <a:r>
              <a:rPr lang="en-US" sz="10000" b="0" u="none" strike="noStrike">
                <a:solidFill>
                  <a:schemeClr val="lt1"/>
                </a:solidFill>
                <a:effectLst/>
                <a:uFillTx/>
                <a:latin typeface="Merriweather"/>
                <a:ea typeface="Merriweather"/>
              </a:rPr>
              <a:t>xx%</a:t>
            </a:r>
            <a:endParaRPr lang="en-US" sz="10000" b="0" u="none" strike="noStrike">
              <a:solidFill>
                <a:schemeClr val="lt1"/>
              </a:solidFill>
              <a:effectLst/>
              <a:uFillTx/>
              <a:latin typeface="Merriweather"/>
            </a:endParaRPr>
          </a:p>
        </p:txBody>
      </p:sp>
      <p:sp>
        <p:nvSpPr>
          <p:cNvPr id="7" name="PlaceHolder 2"/>
          <p:cNvSpPr>
            <a:spLocks noGrp="1"/>
          </p:cNvSpPr>
          <p:nvPr>
            <p:ph type="body"/>
          </p:nvPr>
        </p:nvSpPr>
        <p:spPr>
          <a:xfrm>
            <a:off x="311760" y="2121480"/>
            <a:ext cx="5334480" cy="942120"/>
          </a:xfrm>
          <a:prstGeom prst="rect">
            <a:avLst/>
          </a:prstGeom>
          <a:noFill/>
          <a:ln w="0">
            <a:noFill/>
          </a:ln>
        </p:spPr>
        <p:txBody>
          <a:bodyPr lIns="91440" tIns="91440" rIns="91440" bIns="91440" anchor="t">
            <a:normAutofit fontScale="32500" lnSpcReduction="19999"/>
          </a:bodyPr>
          <a:lstStyle>
            <a:lvl1pPr algn="l">
              <a:spcBef>
                <a:spcPts val="1417"/>
              </a:spcBef>
              <a:buClr>
                <a:srgbClr val="FFFFFF"/>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1300" b="0" u="none" strike="noStrike">
                <a:solidFill>
                  <a:srgbClr val="000000"/>
                </a:solidFill>
                <a:effectLst/>
                <a:uFillTx/>
                <a:latin typeface="Arial"/>
              </a:defRPr>
            </a:lvl7pPr>
          </a:lstStyle>
          <a:p>
            <a:pPr marL="457200" indent="-311040" algn="l">
              <a:spcBef>
                <a:spcPts val="1417"/>
              </a:spcBef>
              <a:buClr>
                <a:srgbClr val="FFFFFF"/>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FFFFFF"/>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FFFFFF"/>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FFFFFF"/>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FFFFFF"/>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FFFFFF"/>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FFFFFF"/>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8" name="PlaceHolder 3"/>
          <p:cNvSpPr>
            <a:spLocks noGrp="1"/>
          </p:cNvSpPr>
          <p:nvPr>
            <p:ph type="sldNum" idx="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lt1"/>
                </a:solidFill>
                <a:effectLst/>
                <a:uFillTx/>
                <a:latin typeface="Roboto"/>
                <a:ea typeface="Roboto"/>
              </a:defRPr>
            </a:lvl1pPr>
          </a:lstStyle>
          <a:p>
            <a:pPr indent="0" algn="r">
              <a:lnSpc>
                <a:spcPct val="100000"/>
              </a:lnSpc>
              <a:buNone/>
              <a:tabLst>
                <a:tab pos="0" algn="l"/>
              </a:tabLst>
            </a:pPr>
            <a:fld id="{E8B83086-8473-4443-8069-A0C05B8CCA12}" type="slidenum">
              <a:rPr lang="en-GB" sz="1000" b="0" u="none" strike="noStrike">
                <a:solidFill>
                  <a:schemeClr val="lt1"/>
                </a:solidFill>
                <a:effectLst/>
                <a:uFillTx/>
                <a:latin typeface="Roboto"/>
                <a:ea typeface="Roboto"/>
              </a:rPr>
              <a:t>&lt;number&gt;</a:t>
            </a:fld>
            <a:endParaRPr lang="en-US" sz="100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sldNum" idx="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Roboto"/>
                <a:ea typeface="Roboto"/>
              </a:defRPr>
            </a:lvl1pPr>
          </a:lstStyle>
          <a:p>
            <a:pPr indent="0" algn="r">
              <a:lnSpc>
                <a:spcPct val="100000"/>
              </a:lnSpc>
              <a:buNone/>
              <a:tabLst>
                <a:tab pos="0" algn="l"/>
              </a:tabLst>
            </a:pPr>
            <a:fld id="{B0CC699C-590A-4225-B3B9-8AAA12185181}" type="slidenum">
              <a:rPr lang="en-GB" sz="1000" b="0" u="none" strike="noStrike">
                <a:solidFill>
                  <a:schemeClr val="dk2"/>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accent3"/>
        </a:solidFill>
      </p:bgPr>
    </p:bg>
    <p:spTree>
      <p:nvGrpSpPr>
        <p:cNvPr id="1" name=""/>
        <p:cNvGrpSpPr/>
        <p:nvPr/>
      </p:nvGrpSpPr>
      <p:grpSpPr>
        <a:xfrm>
          <a:off x="0" y="0"/>
          <a:ext cx="0" cy="0"/>
          <a:chOff x="0" y="0"/>
          <a:chExt cx="0" cy="0"/>
        </a:xfrm>
      </p:grpSpPr>
      <p:sp>
        <p:nvSpPr>
          <p:cNvPr id="10" name="Google Shape;15;p3"/>
          <p:cNvSpPr/>
          <p:nvPr/>
        </p:nvSpPr>
        <p:spPr>
          <a:xfrm>
            <a:off x="0" y="48240"/>
            <a:ext cx="9144000" cy="4397760"/>
          </a:xfrm>
          <a:custGeom>
            <a:avLst/>
            <a:gdLst>
              <a:gd name="textAreaLeft" fmla="*/ 0 w 9144000"/>
              <a:gd name="textAreaRight" fmla="*/ 9144360 w 9144000"/>
              <a:gd name="textAreaTop" fmla="*/ 0 h 4397760"/>
              <a:gd name="textAreaBottom" fmla="*/ 4398120 h 4397760"/>
            </a:gdLst>
            <a:ahLst/>
            <a:cxnLst/>
            <a:rect l="textAreaLeft" t="textAreaTop" r="textAreaRight" b="textAreaBottom"/>
            <a:pathLst>
              <a:path w="365770" h="175924">
                <a:moveTo>
                  <a:pt x="0" y="0"/>
                </a:moveTo>
                <a:lnTo>
                  <a:pt x="365770" y="0"/>
                </a:lnTo>
                <a:lnTo>
                  <a:pt x="365760" y="70914"/>
                </a:lnTo>
                <a:lnTo>
                  <a:pt x="0" y="175924"/>
                </a:lnTo>
                <a:close/>
              </a:path>
            </a:pathLst>
          </a:custGeom>
          <a:solidFill>
            <a:schemeClr val="lt1"/>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 name="Google Shape;16;p3"/>
          <p:cNvSpPr/>
          <p:nvPr/>
        </p:nvSpPr>
        <p:spPr>
          <a:xfrm>
            <a:off x="0" y="0"/>
            <a:ext cx="9144000" cy="4397760"/>
          </a:xfrm>
          <a:custGeom>
            <a:avLst/>
            <a:gdLst>
              <a:gd name="textAreaLeft" fmla="*/ 0 w 9144000"/>
              <a:gd name="textAreaRight" fmla="*/ 9144360 w 9144000"/>
              <a:gd name="textAreaTop" fmla="*/ 0 h 4397760"/>
              <a:gd name="textAreaBottom" fmla="*/ 4398120 h 4397760"/>
            </a:gdLst>
            <a:ahLst/>
            <a:cxnLst/>
            <a:rect l="textAreaLeft" t="textAreaTop" r="textAreaRight" b="textAreaBottom"/>
            <a:pathLst>
              <a:path w="365770" h="175924">
                <a:moveTo>
                  <a:pt x="0" y="0"/>
                </a:moveTo>
                <a:lnTo>
                  <a:pt x="365770" y="0"/>
                </a:lnTo>
                <a:lnTo>
                  <a:pt x="365760" y="70914"/>
                </a:lnTo>
                <a:lnTo>
                  <a:pt x="0" y="175924"/>
                </a:lnTo>
                <a:close/>
              </a:path>
            </a:pathLst>
          </a:custGeom>
          <a:solidFill>
            <a:schemeClr val="accent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PlaceHolder 1"/>
          <p:cNvSpPr>
            <a:spLocks noGrp="1"/>
          </p:cNvSpPr>
          <p:nvPr>
            <p:ph type="title"/>
          </p:nvPr>
        </p:nvSpPr>
        <p:spPr>
          <a:xfrm>
            <a:off x="311760" y="539640"/>
            <a:ext cx="8520120" cy="1282320"/>
          </a:xfrm>
          <a:prstGeom prst="rect">
            <a:avLst/>
          </a:prstGeom>
          <a:noFill/>
          <a:ln w="0">
            <a:noFill/>
          </a:ln>
        </p:spPr>
        <p:txBody>
          <a:bodyPr lIns="91440" tIns="91440" rIns="91440" bIns="91440" anchor="t">
            <a:normAutofit/>
          </a:bodyPr>
          <a:lstStyle>
            <a:lvl1pPr indent="0" algn="l">
              <a:buNone/>
              <a:defRPr lang="en-US" sz="3600" b="0" u="none" strike="noStrike">
                <a:solidFill>
                  <a:srgbClr val="000000"/>
                </a:solidFill>
                <a:effectLst/>
                <a:uFillTx/>
                <a:latin typeface="Arial"/>
              </a:defRPr>
            </a:lvl1pPr>
          </a:lstStyle>
          <a:p>
            <a:pPr indent="0" algn="l">
              <a:buNone/>
            </a:pPr>
            <a:r>
              <a:rPr lang="en-US" sz="3600" b="0" u="none" strike="noStrike">
                <a:solidFill>
                  <a:srgbClr val="000000"/>
                </a:solidFill>
                <a:effectLst/>
                <a:uFillTx/>
                <a:latin typeface="Arial"/>
              </a:rPr>
              <a:t>Click to edit the title text format</a:t>
            </a:r>
            <a:endParaRPr lang="en-US" sz="3600" b="0" u="none" strike="noStrike">
              <a:solidFill>
                <a:srgbClr val="000000"/>
              </a:solidFill>
              <a:effectLst/>
              <a:uFillTx/>
              <a:latin typeface="Arial"/>
            </a:endParaRPr>
          </a:p>
        </p:txBody>
      </p:sp>
      <p:sp>
        <p:nvSpPr>
          <p:cNvPr id="13" name="PlaceHolder 2"/>
          <p:cNvSpPr>
            <a:spLocks noGrp="1"/>
          </p:cNvSpPr>
          <p:nvPr>
            <p:ph type="sldNum" idx="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accent1"/>
                </a:solidFill>
                <a:effectLst/>
                <a:uFillTx/>
                <a:latin typeface="Roboto"/>
                <a:ea typeface="Roboto"/>
              </a:defRPr>
            </a:lvl1pPr>
          </a:lstStyle>
          <a:p>
            <a:pPr indent="0" algn="r">
              <a:lnSpc>
                <a:spcPct val="100000"/>
              </a:lnSpc>
              <a:buNone/>
              <a:tabLst>
                <a:tab pos="0" algn="l"/>
              </a:tabLst>
            </a:pPr>
            <a:fld id="{45A3D2F8-E31B-47A5-8948-444E12077689}" type="slidenum">
              <a:rPr lang="en-GB" sz="1000" b="0" u="none" strike="noStrike">
                <a:solidFill>
                  <a:schemeClr val="accent1"/>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4" name="Google Shape;20;p4"/>
          <p:cNvSpPr/>
          <p:nvPr/>
        </p:nvSpPr>
        <p:spPr>
          <a:xfrm>
            <a:off x="0" y="0"/>
            <a:ext cx="4313520" cy="5143320"/>
          </a:xfrm>
          <a:prstGeom prst="rect">
            <a:avLst/>
          </a:prstGeom>
          <a:solidFill>
            <a:schemeClr val="dk1"/>
          </a:solidFill>
          <a:ln w="0">
            <a:noFill/>
          </a:ln>
        </p:spPr>
        <p:style>
          <a:lnRef idx="0"/>
          <a:fillRef idx="0"/>
          <a:effectRef idx="0"/>
          <a:fontRef idx="minor"/>
        </p:style>
        <p:txBody>
          <a:bodyPr tIns="91440" bIns="91440" anchor="ctr">
            <a:noAutofit/>
          </a:bodyPr>
          <a:p>
            <a:endParaRPr lang="en-US" sz="1400" b="0" u="none" strike="noStrike">
              <a:solidFill>
                <a:srgbClr val="FFFFFF"/>
              </a:solidFill>
              <a:effectLst/>
              <a:uFillTx/>
              <a:latin typeface="Arial"/>
            </a:endParaRPr>
          </a:p>
        </p:txBody>
      </p:sp>
      <p:sp>
        <p:nvSpPr>
          <p:cNvPr id="15" name="Google Shape;21;p4"/>
          <p:cNvSpPr/>
          <p:nvPr/>
        </p:nvSpPr>
        <p:spPr>
          <a:xfrm>
            <a:off x="0" y="44280"/>
            <a:ext cx="4313160" cy="4398840"/>
          </a:xfrm>
          <a:custGeom>
            <a:avLst/>
            <a:gdLst>
              <a:gd name="textAreaLeft" fmla="*/ 0 w 4313160"/>
              <a:gd name="textAreaRight" fmla="*/ 4313520 w 4313160"/>
              <a:gd name="textAreaTop" fmla="*/ 0 h 4398840"/>
              <a:gd name="textAreaBottom" fmla="*/ 4399200 h 4398840"/>
            </a:gdLst>
            <a:ahLst/>
            <a:cxnLst/>
            <a:rect l="textAreaLeft" t="textAreaTop" r="textAreaRight" b="textAreaBottom"/>
            <a:pathLst>
              <a:path w="172545" h="175975">
                <a:moveTo>
                  <a:pt x="0" y="157"/>
                </a:moveTo>
                <a:lnTo>
                  <a:pt x="172419" y="0"/>
                </a:lnTo>
                <a:lnTo>
                  <a:pt x="172545" y="126541"/>
                </a:lnTo>
                <a:lnTo>
                  <a:pt x="0" y="175975"/>
                </a:lnTo>
                <a:close/>
              </a:path>
            </a:pathLst>
          </a:cu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 name="Google Shape;22;p4"/>
          <p:cNvSpPr/>
          <p:nvPr/>
        </p:nvSpPr>
        <p:spPr>
          <a:xfrm>
            <a:off x="0" y="0"/>
            <a:ext cx="4316400" cy="4395240"/>
          </a:xfrm>
          <a:custGeom>
            <a:avLst/>
            <a:gdLst>
              <a:gd name="textAreaLeft" fmla="*/ 0 w 4316400"/>
              <a:gd name="textAreaRight" fmla="*/ 4316760 w 4316400"/>
              <a:gd name="textAreaTop" fmla="*/ 0 h 4395240"/>
              <a:gd name="textAreaBottom" fmla="*/ 4395600 h 4395240"/>
            </a:gdLst>
            <a:ahLst/>
            <a:cxnLst/>
            <a:rect l="textAreaLeft" t="textAreaTop" r="textAreaRight" b="textAreaBottom"/>
            <a:pathLst>
              <a:path w="172676" h="175824">
                <a:moveTo>
                  <a:pt x="0" y="6"/>
                </a:moveTo>
                <a:lnTo>
                  <a:pt x="172676" y="0"/>
                </a:lnTo>
                <a:lnTo>
                  <a:pt x="172562" y="126442"/>
                </a:lnTo>
                <a:lnTo>
                  <a:pt x="0" y="175824"/>
                </a:lnTo>
                <a:close/>
              </a:path>
            </a:pathLst>
          </a:custGeom>
          <a:solidFill>
            <a:schemeClr val="dk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 name="PlaceHolder 1"/>
          <p:cNvSpPr>
            <a:spLocks noGrp="1"/>
          </p:cNvSpPr>
          <p:nvPr>
            <p:ph type="title"/>
          </p:nvPr>
        </p:nvSpPr>
        <p:spPr>
          <a:xfrm>
            <a:off x="311760" y="500760"/>
            <a:ext cx="3706200" cy="2508480"/>
          </a:xfrm>
          <a:prstGeom prst="rect">
            <a:avLst/>
          </a:prstGeom>
          <a:noFill/>
          <a:ln w="0">
            <a:noFill/>
          </a:ln>
        </p:spPr>
        <p:txBody>
          <a:bodyPr lIns="91440" tIns="91440" rIns="91440" bIns="91440" anchor="t">
            <a:normAutofit/>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endParaRPr lang="en-US" sz="2800" b="0" u="none" strike="noStrike">
              <a:solidFill>
                <a:srgbClr val="000000"/>
              </a:solidFill>
              <a:effectLst/>
              <a:uFillTx/>
              <a:latin typeface="Arial"/>
            </a:endParaRPr>
          </a:p>
        </p:txBody>
      </p:sp>
      <p:sp>
        <p:nvSpPr>
          <p:cNvPr id="18" name="PlaceHolder 2"/>
          <p:cNvSpPr>
            <a:spLocks noGrp="1"/>
          </p:cNvSpPr>
          <p:nvPr>
            <p:ph type="body"/>
          </p:nvPr>
        </p:nvSpPr>
        <p:spPr>
          <a:xfrm>
            <a:off x="4644720" y="500760"/>
            <a:ext cx="4165920" cy="40982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300" b="0" u="none" strike="noStrike">
                <a:solidFill>
                  <a:srgbClr val="000000"/>
                </a:solidFill>
                <a:effectLst/>
                <a:uFillTx/>
                <a:latin typeface="Arial"/>
              </a:defRPr>
            </a:lvl7pPr>
          </a:lstStyle>
          <a:p>
            <a:pPr marL="457200" indent="-311040" algn="l">
              <a:spcBef>
                <a:spcPts val="1417"/>
              </a:spcBef>
              <a:buClr>
                <a:srgbClr val="000000"/>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000000"/>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000000"/>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000000"/>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19" name="PlaceHolder 3"/>
          <p:cNvSpPr>
            <a:spLocks noGrp="1"/>
          </p:cNvSpPr>
          <p:nvPr>
            <p:ph type="sldNum" idx="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Roboto"/>
                <a:ea typeface="Roboto"/>
              </a:defRPr>
            </a:lvl1pPr>
          </a:lstStyle>
          <a:p>
            <a:pPr indent="0" algn="r">
              <a:lnSpc>
                <a:spcPct val="100000"/>
              </a:lnSpc>
              <a:buNone/>
              <a:tabLst>
                <a:tab pos="0" algn="l"/>
              </a:tabLst>
            </a:pPr>
            <a:fld id="{C0C5049F-E851-4536-B878-58F72AFAD660}" type="slidenum">
              <a:rPr lang="en-GB" sz="1000" b="0" u="none" strike="noStrike">
                <a:solidFill>
                  <a:schemeClr val="dk2"/>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20" name="Google Shape;27;p5"/>
          <p:cNvSpPr/>
          <p:nvPr/>
        </p:nvSpPr>
        <p:spPr>
          <a:xfrm>
            <a:off x="0" y="0"/>
            <a:ext cx="9143640" cy="1276920"/>
          </a:xfrm>
          <a:prstGeom prst="rect">
            <a:avLst/>
          </a:prstGeom>
          <a:solidFill>
            <a:schemeClr val="dk1"/>
          </a:solidFill>
          <a:ln w="0">
            <a:noFill/>
          </a:ln>
        </p:spPr>
        <p:style>
          <a:lnRef idx="0"/>
          <a:fillRef idx="0"/>
          <a:effectRef idx="0"/>
          <a:fontRef idx="minor"/>
        </p:style>
        <p:txBody>
          <a:bodyPr tIns="91440" bIns="91440" anchor="ctr">
            <a:noAutofit/>
          </a:bodyPr>
          <a:p>
            <a:endParaRPr lang="en-US" sz="1400" b="0" u="none" strike="noStrike">
              <a:solidFill>
                <a:srgbClr val="FFFFFF"/>
              </a:solidFill>
              <a:effectLst/>
              <a:uFillTx/>
              <a:latin typeface="Arial"/>
            </a:endParaRPr>
          </a:p>
        </p:txBody>
      </p:sp>
      <p:sp>
        <p:nvSpPr>
          <p:cNvPr id="21" name="PlaceHolder 1"/>
          <p:cNvSpPr>
            <a:spLocks noGrp="1"/>
          </p:cNvSpPr>
          <p:nvPr>
            <p:ph type="title"/>
          </p:nvPr>
        </p:nvSpPr>
        <p:spPr>
          <a:xfrm>
            <a:off x="311760" y="500760"/>
            <a:ext cx="8520120" cy="623520"/>
          </a:xfrm>
          <a:prstGeom prst="rect">
            <a:avLst/>
          </a:prstGeom>
          <a:noFill/>
          <a:ln w="0">
            <a:noFill/>
          </a:ln>
        </p:spPr>
        <p:txBody>
          <a:bodyPr lIns="91440" tIns="91440" rIns="91440" bIns="91440" anchor="t">
            <a:normAutofit/>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endParaRPr lang="en-US" sz="2800" b="0" u="none" strike="noStrike">
              <a:solidFill>
                <a:srgbClr val="000000"/>
              </a:solidFill>
              <a:effectLst/>
              <a:uFillTx/>
              <a:latin typeface="Arial"/>
            </a:endParaRPr>
          </a:p>
        </p:txBody>
      </p:sp>
      <p:sp>
        <p:nvSpPr>
          <p:cNvPr id="22" name="PlaceHolder 2"/>
          <p:cNvSpPr>
            <a:spLocks noGrp="1"/>
          </p:cNvSpPr>
          <p:nvPr>
            <p:ph type="body"/>
          </p:nvPr>
        </p:nvSpPr>
        <p:spPr>
          <a:xfrm>
            <a:off x="311760" y="1505880"/>
            <a:ext cx="3999600" cy="30758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300" b="0" u="none" strike="noStrike">
                <a:solidFill>
                  <a:srgbClr val="000000"/>
                </a:solidFill>
                <a:effectLst/>
                <a:uFillTx/>
                <a:latin typeface="Arial"/>
              </a:defRPr>
            </a:lvl7pPr>
          </a:lstStyle>
          <a:p>
            <a:pPr marL="457200" indent="-311040" algn="l">
              <a:spcBef>
                <a:spcPts val="1417"/>
              </a:spcBef>
              <a:buClr>
                <a:srgbClr val="000000"/>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000000"/>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000000"/>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000000"/>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23" name="PlaceHolder 3"/>
          <p:cNvSpPr>
            <a:spLocks noGrp="1"/>
          </p:cNvSpPr>
          <p:nvPr>
            <p:ph type="body"/>
          </p:nvPr>
        </p:nvSpPr>
        <p:spPr>
          <a:xfrm>
            <a:off x="4832280" y="1505880"/>
            <a:ext cx="3999600" cy="30758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300" b="0" u="none" strike="noStrike">
                <a:solidFill>
                  <a:srgbClr val="000000"/>
                </a:solidFill>
                <a:effectLst/>
                <a:uFillTx/>
                <a:latin typeface="Arial"/>
              </a:defRPr>
            </a:lvl7pPr>
          </a:lstStyle>
          <a:p>
            <a:pPr marL="457200" indent="-311040" algn="l">
              <a:spcBef>
                <a:spcPts val="1417"/>
              </a:spcBef>
              <a:buClr>
                <a:srgbClr val="000000"/>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000000"/>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000000"/>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000000"/>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24" name="PlaceHolder 4"/>
          <p:cNvSpPr>
            <a:spLocks noGrp="1"/>
          </p:cNvSpPr>
          <p:nvPr>
            <p:ph type="sldNum" idx="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Roboto"/>
                <a:ea typeface="Roboto"/>
              </a:defRPr>
            </a:lvl1pPr>
          </a:lstStyle>
          <a:p>
            <a:pPr indent="0" algn="r">
              <a:lnSpc>
                <a:spcPct val="100000"/>
              </a:lnSpc>
              <a:buNone/>
              <a:tabLst>
                <a:tab pos="0" algn="l"/>
              </a:tabLst>
            </a:pPr>
            <a:fld id="{7D16148C-61DD-4A9F-81B8-C162C022F157}" type="slidenum">
              <a:rPr lang="en-GB" sz="1000" b="0" u="none" strike="noStrike">
                <a:solidFill>
                  <a:schemeClr val="dk2"/>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25" name="Google Shape;33;p6"/>
          <p:cNvSpPr/>
          <p:nvPr/>
        </p:nvSpPr>
        <p:spPr>
          <a:xfrm>
            <a:off x="0" y="0"/>
            <a:ext cx="9143640" cy="1276920"/>
          </a:xfrm>
          <a:prstGeom prst="rect">
            <a:avLst/>
          </a:prstGeom>
          <a:solidFill>
            <a:schemeClr val="dk1"/>
          </a:solidFill>
          <a:ln w="0">
            <a:noFill/>
          </a:ln>
        </p:spPr>
        <p:style>
          <a:lnRef idx="0"/>
          <a:fillRef idx="0"/>
          <a:effectRef idx="0"/>
          <a:fontRef idx="minor"/>
        </p:style>
        <p:txBody>
          <a:bodyPr tIns="91440" bIns="91440" anchor="ctr">
            <a:noAutofit/>
          </a:bodyPr>
          <a:p>
            <a:endParaRPr lang="en-US" sz="1400" b="0" u="none" strike="noStrike">
              <a:solidFill>
                <a:srgbClr val="FFFFFF"/>
              </a:solidFill>
              <a:effectLst/>
              <a:uFillTx/>
              <a:latin typeface="Arial"/>
            </a:endParaRPr>
          </a:p>
        </p:txBody>
      </p:sp>
      <p:sp>
        <p:nvSpPr>
          <p:cNvPr id="26" name="PlaceHolder 1"/>
          <p:cNvSpPr>
            <a:spLocks noGrp="1"/>
          </p:cNvSpPr>
          <p:nvPr>
            <p:ph type="title"/>
          </p:nvPr>
        </p:nvSpPr>
        <p:spPr>
          <a:xfrm>
            <a:off x="311760" y="500760"/>
            <a:ext cx="8520120" cy="623520"/>
          </a:xfrm>
          <a:prstGeom prst="rect">
            <a:avLst/>
          </a:prstGeom>
          <a:noFill/>
          <a:ln w="0">
            <a:noFill/>
          </a:ln>
        </p:spPr>
        <p:txBody>
          <a:bodyPr lIns="91440" tIns="91440" rIns="91440" bIns="91440" anchor="t">
            <a:normAutofit/>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endParaRPr lang="en-US" sz="2800" b="0" u="none" strike="noStrike">
              <a:solidFill>
                <a:srgbClr val="000000"/>
              </a:solidFill>
              <a:effectLst/>
              <a:uFillTx/>
              <a:latin typeface="Arial"/>
            </a:endParaRPr>
          </a:p>
        </p:txBody>
      </p:sp>
      <p:sp>
        <p:nvSpPr>
          <p:cNvPr id="27" name="PlaceHolder 2"/>
          <p:cNvSpPr>
            <a:spLocks noGrp="1"/>
          </p:cNvSpPr>
          <p:nvPr>
            <p:ph type="sldNum" idx="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Roboto"/>
                <a:ea typeface="Roboto"/>
              </a:defRPr>
            </a:lvl1pPr>
          </a:lstStyle>
          <a:p>
            <a:pPr indent="0" algn="r">
              <a:lnSpc>
                <a:spcPct val="100000"/>
              </a:lnSpc>
              <a:buNone/>
              <a:tabLst>
                <a:tab pos="0" algn="l"/>
              </a:tabLst>
            </a:pPr>
            <a:fld id="{718FD0EF-000F-4305-A119-C4D20866F0DF}" type="slidenum">
              <a:rPr lang="en-GB" sz="1000" b="0" u="none" strike="noStrike">
                <a:solidFill>
                  <a:schemeClr val="dk2"/>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28" name="Google Shape;37;p7"/>
          <p:cNvSpPr/>
          <p:nvPr/>
        </p:nvSpPr>
        <p:spPr>
          <a:xfrm>
            <a:off x="0" y="0"/>
            <a:ext cx="3764160" cy="5143320"/>
          </a:xfrm>
          <a:prstGeom prst="rect">
            <a:avLst/>
          </a:prstGeom>
          <a:solidFill>
            <a:schemeClr val="dk1"/>
          </a:solidFill>
          <a:ln w="0">
            <a:noFill/>
          </a:ln>
        </p:spPr>
        <p:style>
          <a:lnRef idx="0"/>
          <a:fillRef idx="0"/>
          <a:effectRef idx="0"/>
          <a:fontRef idx="minor"/>
        </p:style>
        <p:txBody>
          <a:bodyPr tIns="91440" bIns="91440" anchor="ctr">
            <a:noAutofit/>
          </a:bodyPr>
          <a:p>
            <a:endParaRPr lang="en-US" sz="1400" b="0" u="none" strike="noStrike">
              <a:solidFill>
                <a:srgbClr val="FFFFFF"/>
              </a:solidFill>
              <a:effectLst/>
              <a:uFillTx/>
              <a:latin typeface="Arial"/>
            </a:endParaRPr>
          </a:p>
        </p:txBody>
      </p:sp>
      <p:sp>
        <p:nvSpPr>
          <p:cNvPr id="29" name="PlaceHolder 1"/>
          <p:cNvSpPr>
            <a:spLocks noGrp="1"/>
          </p:cNvSpPr>
          <p:nvPr>
            <p:ph type="title"/>
          </p:nvPr>
        </p:nvSpPr>
        <p:spPr>
          <a:xfrm>
            <a:off x="311760" y="500760"/>
            <a:ext cx="3127320" cy="1828800"/>
          </a:xfrm>
          <a:prstGeom prst="rect">
            <a:avLst/>
          </a:prstGeom>
          <a:noFill/>
          <a:ln w="0">
            <a:noFill/>
          </a:ln>
        </p:spPr>
        <p:txBody>
          <a:bodyPr lIns="91440" tIns="91440" rIns="91440" bIns="91440" anchor="t">
            <a:normAutofit/>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endParaRPr lang="en-US" sz="2800" b="0" u="none" strike="noStrike">
              <a:solidFill>
                <a:srgbClr val="000000"/>
              </a:solidFill>
              <a:effectLst/>
              <a:uFillTx/>
              <a:latin typeface="Arial"/>
            </a:endParaRPr>
          </a:p>
        </p:txBody>
      </p:sp>
      <p:sp>
        <p:nvSpPr>
          <p:cNvPr id="30" name="PlaceHolder 2"/>
          <p:cNvSpPr>
            <a:spLocks noGrp="1"/>
          </p:cNvSpPr>
          <p:nvPr>
            <p:ph type="body"/>
          </p:nvPr>
        </p:nvSpPr>
        <p:spPr>
          <a:xfrm>
            <a:off x="311760" y="2390760"/>
            <a:ext cx="3127320" cy="2297520"/>
          </a:xfrm>
          <a:prstGeom prst="rect">
            <a:avLst/>
          </a:prstGeom>
          <a:noFill/>
          <a:ln w="0">
            <a:noFill/>
          </a:ln>
        </p:spPr>
        <p:txBody>
          <a:bodyPr lIns="91440" tIns="91440" rIns="91440" bIns="91440" anchor="t">
            <a:normAutofit fontScale="32500" lnSpcReduction="19999"/>
          </a:bodyPr>
          <a:lstStyle>
            <a:lvl1pPr algn="l">
              <a:spcBef>
                <a:spcPts val="1417"/>
              </a:spcBef>
              <a:buClr>
                <a:srgbClr val="000000"/>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300" b="0" u="none" strike="noStrike">
                <a:solidFill>
                  <a:srgbClr val="000000"/>
                </a:solidFill>
                <a:effectLst/>
                <a:uFillTx/>
                <a:latin typeface="Arial"/>
              </a:defRPr>
            </a:lvl7pPr>
          </a:lstStyle>
          <a:p>
            <a:pPr marL="457200" indent="-311040" algn="l">
              <a:spcBef>
                <a:spcPts val="1417"/>
              </a:spcBef>
              <a:buClr>
                <a:srgbClr val="000000"/>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000000"/>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000000"/>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000000"/>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31" name="PlaceHolder 3"/>
          <p:cNvSpPr>
            <a:spLocks noGrp="1"/>
          </p:cNvSpPr>
          <p:nvPr>
            <p:ph type="sldNum" idx="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Roboto"/>
                <a:ea typeface="Roboto"/>
              </a:defRPr>
            </a:lvl1pPr>
          </a:lstStyle>
          <a:p>
            <a:pPr indent="0" algn="r">
              <a:lnSpc>
                <a:spcPct val="100000"/>
              </a:lnSpc>
              <a:buNone/>
              <a:tabLst>
                <a:tab pos="0" algn="l"/>
              </a:tabLst>
            </a:pPr>
            <a:fld id="{B2A34FFC-5DFD-4322-9145-D2B8EB602B58}" type="slidenum">
              <a:rPr lang="en-GB" sz="1000" b="0" u="none" strike="noStrike">
                <a:solidFill>
                  <a:schemeClr val="dk2"/>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accent3"/>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798480"/>
            <a:ext cx="6247440" cy="3546000"/>
          </a:xfrm>
          <a:prstGeom prst="rect">
            <a:avLst/>
          </a:prstGeom>
          <a:noFill/>
          <a:ln w="0">
            <a:noFill/>
          </a:ln>
        </p:spPr>
        <p:txBody>
          <a:bodyPr lIns="91440" tIns="91440" rIns="91440" bIns="91440" anchor="ctr">
            <a:normAutofit/>
          </a:bodyPr>
          <a:lstStyle>
            <a:lvl1pPr indent="0" algn="l">
              <a:buNone/>
              <a:defRPr lang="en-US" sz="3600" b="0" u="none" strike="noStrike">
                <a:solidFill>
                  <a:srgbClr val="000000"/>
                </a:solidFill>
                <a:effectLst/>
                <a:uFillTx/>
                <a:latin typeface="Arial"/>
              </a:defRPr>
            </a:lvl1pPr>
          </a:lstStyle>
          <a:p>
            <a:pPr indent="0" algn="l">
              <a:buNone/>
            </a:pPr>
            <a:r>
              <a:rPr lang="en-US" sz="3600" b="0" u="none" strike="noStrike">
                <a:solidFill>
                  <a:srgbClr val="000000"/>
                </a:solidFill>
                <a:effectLst/>
                <a:uFillTx/>
                <a:latin typeface="Arial"/>
              </a:rPr>
              <a:t>Click to edit the title text format</a:t>
            </a:r>
            <a:endParaRPr lang="en-US" sz="3600" b="0" u="none" strike="noStrike">
              <a:solidFill>
                <a:srgbClr val="000000"/>
              </a:solidFill>
              <a:effectLst/>
              <a:uFillTx/>
              <a:latin typeface="Arial"/>
            </a:endParaRPr>
          </a:p>
        </p:txBody>
      </p:sp>
      <p:sp>
        <p:nvSpPr>
          <p:cNvPr id="33" name="PlaceHolder 2"/>
          <p:cNvSpPr>
            <a:spLocks noGrp="1"/>
          </p:cNvSpPr>
          <p:nvPr>
            <p:ph type="sldNum" idx="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accent1"/>
                </a:solidFill>
                <a:effectLst/>
                <a:uFillTx/>
                <a:latin typeface="Roboto"/>
                <a:ea typeface="Roboto"/>
              </a:defRPr>
            </a:lvl1pPr>
          </a:lstStyle>
          <a:p>
            <a:pPr indent="0" algn="r">
              <a:lnSpc>
                <a:spcPct val="100000"/>
              </a:lnSpc>
              <a:buNone/>
              <a:tabLst>
                <a:tab pos="0" algn="l"/>
              </a:tabLst>
            </a:pPr>
            <a:fld id="{51BC300C-ED19-4A12-97B5-9F6684473778}" type="slidenum">
              <a:rPr lang="en-GB" sz="1000" b="0" u="none" strike="noStrike">
                <a:solidFill>
                  <a:schemeClr val="accent1"/>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34" name="Google Shape;45;p9"/>
          <p:cNvSpPr/>
          <p:nvPr/>
        </p:nvSpPr>
        <p:spPr>
          <a:xfrm>
            <a:off x="0" y="0"/>
            <a:ext cx="4571640" cy="5143320"/>
          </a:xfrm>
          <a:prstGeom prst="rect">
            <a:avLst/>
          </a:prstGeom>
          <a:solidFill>
            <a:schemeClr val="dk1"/>
          </a:solidFill>
          <a:ln w="0">
            <a:noFill/>
          </a:ln>
        </p:spPr>
        <p:style>
          <a:lnRef idx="0"/>
          <a:fillRef idx="0"/>
          <a:effectRef idx="0"/>
          <a:fontRef idx="minor"/>
        </p:style>
        <p:txBody>
          <a:bodyPr tIns="91440" bIns="91440" anchor="ctr">
            <a:noAutofit/>
          </a:bodyPr>
          <a:p>
            <a:endParaRPr lang="en-US" sz="1400" b="0" u="none" strike="noStrike">
              <a:solidFill>
                <a:srgbClr val="FFFFFF"/>
              </a:solidFill>
              <a:effectLst/>
              <a:uFillTx/>
              <a:latin typeface="Arial"/>
            </a:endParaRPr>
          </a:p>
        </p:txBody>
      </p:sp>
      <p:sp>
        <p:nvSpPr>
          <p:cNvPr id="35" name="PlaceHolder 1"/>
          <p:cNvSpPr>
            <a:spLocks noGrp="1"/>
          </p:cNvSpPr>
          <p:nvPr>
            <p:ph type="title"/>
          </p:nvPr>
        </p:nvSpPr>
        <p:spPr>
          <a:xfrm>
            <a:off x="311400" y="500760"/>
            <a:ext cx="3704040" cy="2049120"/>
          </a:xfrm>
          <a:prstGeom prst="rect">
            <a:avLst/>
          </a:prstGeom>
          <a:noFill/>
          <a:ln w="0">
            <a:noFill/>
          </a:ln>
        </p:spPr>
        <p:txBody>
          <a:bodyPr lIns="91440" tIns="91440" rIns="91440" bIns="91440" anchor="t">
            <a:normAutofit/>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endParaRPr lang="en-US" sz="2800" b="0" u="none" strike="noStrike">
              <a:solidFill>
                <a:srgbClr val="000000"/>
              </a:solidFill>
              <a:effectLst/>
              <a:uFillTx/>
              <a:latin typeface="Arial"/>
            </a:endParaRPr>
          </a:p>
        </p:txBody>
      </p:sp>
      <p:sp>
        <p:nvSpPr>
          <p:cNvPr id="36" name="PlaceHolder 2"/>
          <p:cNvSpPr>
            <a:spLocks noGrp="1"/>
          </p:cNvSpPr>
          <p:nvPr>
            <p:ph type="body"/>
          </p:nvPr>
        </p:nvSpPr>
        <p:spPr>
          <a:xfrm>
            <a:off x="4879080" y="500760"/>
            <a:ext cx="3953520" cy="411120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300" b="0" u="none" strike="noStrike">
                <a:solidFill>
                  <a:srgbClr val="000000"/>
                </a:solidFill>
                <a:effectLst/>
                <a:uFillTx/>
                <a:latin typeface="Arial"/>
              </a:defRPr>
            </a:lvl7pPr>
          </a:lstStyle>
          <a:p>
            <a:pPr marL="457200" indent="-311040" algn="l">
              <a:spcBef>
                <a:spcPts val="1417"/>
              </a:spcBef>
              <a:buClr>
                <a:srgbClr val="000000"/>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000000"/>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000000"/>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000000"/>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37" name="PlaceHolder 3"/>
          <p:cNvSpPr>
            <a:spLocks noGrp="1"/>
          </p:cNvSpPr>
          <p:nvPr>
            <p:ph type="sldNum" idx="1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Roboto"/>
                <a:ea typeface="Roboto"/>
              </a:defRPr>
            </a:lvl1pPr>
          </a:lstStyle>
          <a:p>
            <a:pPr indent="0" algn="r">
              <a:lnSpc>
                <a:spcPct val="100000"/>
              </a:lnSpc>
              <a:buNone/>
              <a:tabLst>
                <a:tab pos="0" algn="l"/>
              </a:tabLst>
            </a:pPr>
            <a:fld id="{8A26A152-DA1C-4F9B-834B-55BB30616265}" type="slidenum">
              <a:rPr lang="en-GB" sz="1000" b="0" u="none" strike="noStrike">
                <a:solidFill>
                  <a:schemeClr val="dk2"/>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38" name="Google Shape;51;p10"/>
          <p:cNvSpPr/>
          <p:nvPr/>
        </p:nvSpPr>
        <p:spPr>
          <a:xfrm>
            <a:off x="0" y="4368960"/>
            <a:ext cx="9143640" cy="774000"/>
          </a:xfrm>
          <a:prstGeom prst="rect">
            <a:avLst/>
          </a:prstGeom>
          <a:solidFill>
            <a:schemeClr val="dk1"/>
          </a:solidFill>
          <a:ln w="0">
            <a:noFill/>
          </a:ln>
        </p:spPr>
        <p:style>
          <a:lnRef idx="0"/>
          <a:fillRef idx="0"/>
          <a:effectRef idx="0"/>
          <a:fontRef idx="minor"/>
        </p:style>
        <p:txBody>
          <a:bodyPr tIns="91440" bIns="91440" anchor="ctr">
            <a:noAutofit/>
          </a:bodyPr>
          <a:p>
            <a:endParaRPr lang="en-US" sz="1400" b="0" u="none" strike="noStrike">
              <a:solidFill>
                <a:srgbClr val="FFFFFF"/>
              </a:solidFill>
              <a:effectLst/>
              <a:uFillTx/>
              <a:latin typeface="Arial"/>
            </a:endParaRPr>
          </a:p>
        </p:txBody>
      </p:sp>
      <p:sp>
        <p:nvSpPr>
          <p:cNvPr id="39" name="PlaceHolder 1"/>
          <p:cNvSpPr>
            <a:spLocks noGrp="1"/>
          </p:cNvSpPr>
          <p:nvPr>
            <p:ph type="body"/>
          </p:nvPr>
        </p:nvSpPr>
        <p:spPr>
          <a:xfrm>
            <a:off x="311760" y="4521240"/>
            <a:ext cx="7979040" cy="460080"/>
          </a:xfrm>
          <a:prstGeom prst="rect">
            <a:avLst/>
          </a:prstGeom>
          <a:noFill/>
          <a:ln w="0">
            <a:noFill/>
          </a:ln>
        </p:spPr>
        <p:txBody>
          <a:bodyPr lIns="91440" tIns="91440" rIns="91440" bIns="91440" anchor="ctr">
            <a:normAutofit fontScale="25000" lnSpcReduction="19999"/>
          </a:bodyPr>
          <a:lstStyle>
            <a:lvl1pPr algn="l">
              <a:spcBef>
                <a:spcPts val="1417"/>
              </a:spcBef>
              <a:buClr>
                <a:srgbClr val="000000"/>
              </a:buClr>
              <a:buSzPct val="45000"/>
              <a:buFont typeface="Wingdings" charset="2"/>
              <a:buChar char=""/>
              <a:defRPr lang="en-US" sz="13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3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3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3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3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3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3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300" b="0" u="none" strike="noStrike">
                <a:solidFill>
                  <a:srgbClr val="000000"/>
                </a:solidFill>
                <a:effectLst/>
                <a:uFillTx/>
                <a:latin typeface="Arial"/>
              </a:rPr>
              <a:t>Click to edit the outline text format</a:t>
            </a:r>
            <a:endParaRPr lang="en-US" sz="1300" b="0" u="none" strike="noStrike">
              <a:solidFill>
                <a:srgbClr val="000000"/>
              </a:solidFill>
              <a:effectLst/>
              <a:uFillTx/>
              <a:latin typeface="Arial"/>
            </a:endParaRPr>
          </a:p>
          <a:p>
            <a:pPr marL="914400" lvl="1" indent="-298440" algn="l">
              <a:spcBef>
                <a:spcPts val="1134"/>
              </a:spcBef>
              <a:buClr>
                <a:srgbClr val="000000"/>
              </a:buClr>
              <a:buSzPct val="75000"/>
              <a:buFont typeface="Symbol" charset="2"/>
              <a:buChar char=""/>
            </a:pPr>
            <a:r>
              <a:rPr lang="en-US" sz="1300" b="0" u="none" strike="noStrike">
                <a:solidFill>
                  <a:srgbClr val="000000"/>
                </a:solidFill>
                <a:effectLst/>
                <a:uFillTx/>
                <a:latin typeface="Arial"/>
              </a:rPr>
              <a:t>Second Outline Level</a:t>
            </a:r>
            <a:endParaRPr lang="en-US" sz="1300" b="0" u="none" strike="noStrike">
              <a:solidFill>
                <a:srgbClr val="000000"/>
              </a:solidFill>
              <a:effectLst/>
              <a:uFillTx/>
              <a:latin typeface="Arial"/>
            </a:endParaRPr>
          </a:p>
          <a:p>
            <a:pPr marL="1371600" lvl="2" indent="-298440" algn="l">
              <a:spcBef>
                <a:spcPts val="850"/>
              </a:spcBef>
              <a:buClr>
                <a:srgbClr val="000000"/>
              </a:buClr>
              <a:buSzPct val="45000"/>
              <a:buFont typeface="Wingdings" charset="2"/>
              <a:buChar char=""/>
            </a:pPr>
            <a:r>
              <a:rPr lang="en-US" sz="1300" b="0" u="none" strike="noStrike">
                <a:solidFill>
                  <a:srgbClr val="000000"/>
                </a:solidFill>
                <a:effectLst/>
                <a:uFillTx/>
                <a:latin typeface="Arial"/>
              </a:rPr>
              <a:t>Third Outline Level</a:t>
            </a:r>
            <a:endParaRPr lang="en-US" sz="1300" b="0" u="none" strike="noStrike">
              <a:solidFill>
                <a:srgbClr val="000000"/>
              </a:solidFill>
              <a:effectLst/>
              <a:uFillTx/>
              <a:latin typeface="Arial"/>
            </a:endParaRPr>
          </a:p>
          <a:p>
            <a:pPr marL="1828800" lvl="3" indent="-298440" algn="l">
              <a:spcBef>
                <a:spcPts val="567"/>
              </a:spcBef>
              <a:buClr>
                <a:srgbClr val="000000"/>
              </a:buClr>
              <a:buSzPct val="75000"/>
              <a:buFont typeface="Symbol" charset="2"/>
              <a:buChar char=""/>
            </a:pPr>
            <a:r>
              <a:rPr lang="en-US" sz="1300" b="0" u="none" strike="noStrike">
                <a:solidFill>
                  <a:srgbClr val="000000"/>
                </a:solidFill>
                <a:effectLst/>
                <a:uFillTx/>
                <a:latin typeface="Arial"/>
              </a:rPr>
              <a:t>Fourth Outline Level</a:t>
            </a:r>
            <a:endParaRPr lang="en-US" sz="1300" b="0" u="none" strike="noStrike">
              <a:solidFill>
                <a:srgbClr val="000000"/>
              </a:solidFill>
              <a:effectLst/>
              <a:uFillTx/>
              <a:latin typeface="Arial"/>
            </a:endParaRPr>
          </a:p>
          <a:p>
            <a:pPr marL="2286000" lvl="4"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Fifth Outline Level</a:t>
            </a:r>
            <a:endParaRPr lang="en-US" sz="1300" b="0" u="none" strike="noStrike">
              <a:solidFill>
                <a:srgbClr val="000000"/>
              </a:solidFill>
              <a:effectLst/>
              <a:uFillTx/>
              <a:latin typeface="Arial"/>
            </a:endParaRPr>
          </a:p>
          <a:p>
            <a:pPr marL="2743200" lvl="5"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Sixth Outline Level</a:t>
            </a:r>
            <a:endParaRPr lang="en-US" sz="1300" b="0" u="none" strike="noStrike">
              <a:solidFill>
                <a:srgbClr val="000000"/>
              </a:solidFill>
              <a:effectLst/>
              <a:uFillTx/>
              <a:latin typeface="Arial"/>
            </a:endParaRPr>
          </a:p>
          <a:p>
            <a:pPr marL="3200400" lvl="6" indent="-298440" algn="l">
              <a:spcBef>
                <a:spcPts val="283"/>
              </a:spcBef>
              <a:buClr>
                <a:srgbClr val="000000"/>
              </a:buClr>
              <a:buSzPct val="45000"/>
              <a:buFont typeface="Wingdings" charset="2"/>
              <a:buChar char=""/>
            </a:pPr>
            <a:r>
              <a:rPr lang="en-US" sz="1300" b="0" u="none" strike="noStrike">
                <a:solidFill>
                  <a:srgbClr val="000000"/>
                </a:solidFill>
                <a:effectLst/>
                <a:uFillTx/>
                <a:latin typeface="Arial"/>
              </a:rPr>
              <a:t>Seventh Outline Level</a:t>
            </a:r>
            <a:endParaRPr lang="en-US" sz="1300" b="0" u="none" strike="noStrike">
              <a:solidFill>
                <a:srgbClr val="000000"/>
              </a:solidFill>
              <a:effectLst/>
              <a:uFillTx/>
              <a:latin typeface="Arial"/>
            </a:endParaRPr>
          </a:p>
        </p:txBody>
      </p:sp>
      <p:sp>
        <p:nvSpPr>
          <p:cNvPr id="40" name="PlaceHolder 2"/>
          <p:cNvSpPr>
            <a:spLocks noGrp="1"/>
          </p:cNvSpPr>
          <p:nvPr>
            <p:ph type="sldNum" idx="1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lt1"/>
                </a:solidFill>
                <a:effectLst/>
                <a:uFillTx/>
                <a:latin typeface="Roboto"/>
                <a:ea typeface="Roboto"/>
              </a:defRPr>
            </a:lvl1pPr>
          </a:lstStyle>
          <a:p>
            <a:pPr indent="0" algn="r">
              <a:lnSpc>
                <a:spcPct val="100000"/>
              </a:lnSpc>
              <a:buNone/>
              <a:tabLst>
                <a:tab pos="0" algn="l"/>
              </a:tabLst>
            </a:pPr>
            <a:fld id="{A7A33F85-AA70-44A3-B166-9D847B9F2D13}" type="slidenum">
              <a:rPr lang="en-GB" sz="1000" b="0" u="none" strike="noStrike">
                <a:solidFill>
                  <a:schemeClr val="lt1"/>
                </a:solidFill>
                <a:effectLst/>
                <a:uFillTx/>
                <a:latin typeface="Roboto"/>
                <a:ea typeface="Roboto"/>
              </a:rPr>
              <a:t>&lt;number&gt;</a:t>
            </a:fld>
            <a:endParaRPr lang="en-US"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311760" y="539640"/>
            <a:ext cx="8520120" cy="1282320"/>
          </a:xfrm>
          <a:prstGeom prst="rect">
            <a:avLst/>
          </a:prstGeom>
          <a:noFill/>
          <a:ln w="0">
            <a:noFill/>
          </a:ln>
        </p:spPr>
        <p:txBody>
          <a:bodyPr lIns="91440" tIns="91440" rIns="91440" bIns="91440" anchor="t">
            <a:normAutofit/>
          </a:bodyPr>
          <a:p>
            <a:pPr indent="0" algn="ctr">
              <a:lnSpc>
                <a:spcPct val="100000"/>
              </a:lnSpc>
              <a:buNone/>
              <a:tabLst>
                <a:tab pos="0" algn="l"/>
              </a:tabLst>
            </a:pPr>
            <a:r>
              <a:rPr lang="en-GB" sz="3600" b="0" u="none" strike="noStrike">
                <a:solidFill>
                  <a:schemeClr val="accent1"/>
                </a:solidFill>
                <a:effectLst/>
                <a:uFillTx/>
                <a:latin typeface="Merriweather"/>
                <a:ea typeface="Merriweather"/>
              </a:rPr>
              <a:t>Quadair</a:t>
            </a:r>
            <a:endParaRPr lang="en-US" sz="3600" b="0" u="none" strike="noStrike">
              <a:solidFill>
                <a:srgbClr val="000000"/>
              </a:solidFill>
              <a:effectLst/>
              <a:uFillTx/>
              <a:latin typeface="Arial"/>
            </a:endParaRPr>
          </a:p>
        </p:txBody>
      </p:sp>
      <p:sp>
        <p:nvSpPr>
          <p:cNvPr id="42" name="PlaceHolder 2"/>
          <p:cNvSpPr>
            <a:spLocks noGrp="1"/>
          </p:cNvSpPr>
          <p:nvPr>
            <p:ph type="subTitle"/>
          </p:nvPr>
        </p:nvSpPr>
        <p:spPr>
          <a:xfrm>
            <a:off x="727920" y="1550880"/>
            <a:ext cx="7687800" cy="861120"/>
          </a:xfrm>
          <a:prstGeom prst="rect">
            <a:avLst/>
          </a:prstGeom>
          <a:noFill/>
          <a:ln w="0">
            <a:noFill/>
          </a:ln>
        </p:spPr>
        <p:txBody>
          <a:bodyPr lIns="91440" tIns="91440" rIns="91440" bIns="91440" anchor="t">
            <a:noAutofit/>
          </a:bodyPr>
          <a:p>
            <a:pPr indent="0" algn="ctr">
              <a:lnSpc>
                <a:spcPct val="100000"/>
              </a:lnSpc>
              <a:buNone/>
              <a:tabLst>
                <a:tab pos="0" algn="l"/>
              </a:tabLst>
            </a:pPr>
            <a:r>
              <a:rPr lang="en-GB" sz="2400" b="0" u="none" strike="noStrike">
                <a:solidFill>
                  <a:schemeClr val="lt2"/>
                </a:solidFill>
                <a:effectLst/>
                <a:uFillTx/>
                <a:latin typeface="Roboto"/>
                <a:ea typeface="Roboto"/>
              </a:rPr>
              <a:t>Our newest solution to make your dream car into reality</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18680" y="1293840"/>
            <a:ext cx="4153320" cy="534960"/>
          </a:xfrm>
          <a:prstGeom prst="rect">
            <a:avLst/>
          </a:prstGeom>
          <a:noFill/>
          <a:ln w="0">
            <a:noFill/>
          </a:ln>
        </p:spPr>
        <p:txBody>
          <a:bodyPr lIns="91440" tIns="91440" rIns="91440" bIns="91440" anchor="t">
            <a:normAutofit fontScale="77500" lnSpcReduction="19999"/>
          </a:bodyPr>
          <a:p>
            <a:pPr indent="0" algn="l">
              <a:lnSpc>
                <a:spcPct val="100000"/>
              </a:lnSpc>
              <a:buNone/>
              <a:tabLst>
                <a:tab pos="0" algn="l"/>
              </a:tabLst>
            </a:pPr>
            <a:r>
              <a:rPr lang="en-GB" sz="2800" b="0" u="none" strike="noStrike">
                <a:solidFill>
                  <a:schemeClr val="lt1"/>
                </a:solidFill>
                <a:effectLst/>
                <a:uFillTx/>
                <a:latin typeface="Merriweather"/>
                <a:ea typeface="Merriweather"/>
              </a:rPr>
              <a:t>How our models are made</a:t>
            </a:r>
            <a:endParaRPr lang="en-US" sz="2800" b="0" u="none" strike="noStrike">
              <a:solidFill>
                <a:srgbClr val="000000"/>
              </a:solidFill>
              <a:effectLst/>
              <a:uFillTx/>
              <a:latin typeface="Arial"/>
            </a:endParaRPr>
          </a:p>
        </p:txBody>
      </p:sp>
      <p:sp>
        <p:nvSpPr>
          <p:cNvPr id="44" name="PlaceHolder 2"/>
          <p:cNvSpPr>
            <a:spLocks noGrp="1"/>
          </p:cNvSpPr>
          <p:nvPr>
            <p:ph/>
          </p:nvPr>
        </p:nvSpPr>
        <p:spPr>
          <a:xfrm>
            <a:off x="4488120" y="361800"/>
            <a:ext cx="4421880" cy="2448720"/>
          </a:xfrm>
          <a:prstGeom prst="rect">
            <a:avLst/>
          </a:prstGeom>
          <a:noFill/>
          <a:ln w="0">
            <a:noFill/>
          </a:ln>
        </p:spPr>
        <p:txBody>
          <a:bodyPr lIns="91440" tIns="91440" rIns="91440" bIns="91440" anchor="t">
            <a:noAutofit/>
          </a:bodyPr>
          <a:p>
            <a:pPr marL="457200" indent="-336600" algn="l">
              <a:lnSpc>
                <a:spcPct val="115000"/>
              </a:lnSpc>
              <a:buClr>
                <a:srgbClr val="666666"/>
              </a:buClr>
              <a:buFont typeface="Roboto"/>
              <a:buChar char="●"/>
            </a:pPr>
            <a:r>
              <a:rPr lang="en-GB" sz="1700" b="0" u="none" strike="noStrike">
                <a:solidFill>
                  <a:schemeClr val="dk2"/>
                </a:solidFill>
                <a:effectLst/>
                <a:uFillTx/>
                <a:latin typeface="Roboto"/>
                <a:ea typeface="Roboto"/>
              </a:rPr>
              <a:t>Our models are made with open-source software</a:t>
            </a:r>
            <a:endParaRPr lang="en-US" sz="1700" b="0" u="none" strike="noStrike">
              <a:solidFill>
                <a:srgbClr val="000000"/>
              </a:solidFill>
              <a:effectLst/>
              <a:uFillTx/>
              <a:latin typeface="Arial"/>
            </a:endParaRPr>
          </a:p>
          <a:p>
            <a:pPr marL="457200" indent="-336600" algn="l">
              <a:lnSpc>
                <a:spcPct val="115000"/>
              </a:lnSpc>
              <a:buClr>
                <a:srgbClr val="666666"/>
              </a:buClr>
              <a:buFont typeface="Roboto"/>
              <a:buChar char="●"/>
            </a:pPr>
            <a:r>
              <a:rPr lang="en-GB" sz="1700" b="0" u="none" strike="noStrike">
                <a:solidFill>
                  <a:schemeClr val="dk2"/>
                </a:solidFill>
                <a:effectLst/>
                <a:uFillTx/>
                <a:latin typeface="Roboto"/>
                <a:ea typeface="Roboto"/>
              </a:rPr>
              <a:t>The base of the models are open sourced, however any changes to the models (lights, windows, etc…) are made by our team</a:t>
            </a:r>
            <a:endParaRPr lang="en-US" sz="1700" b="0" u="none" strike="noStrike">
              <a:solidFill>
                <a:srgbClr val="000000"/>
              </a:solidFill>
              <a:effectLst/>
              <a:uFillTx/>
              <a:latin typeface="Arial"/>
            </a:endParaRPr>
          </a:p>
          <a:p>
            <a:pPr indent="0" algn="l">
              <a:lnSpc>
                <a:spcPct val="115000"/>
              </a:lnSpc>
              <a:spcBef>
                <a:spcPts val="1199"/>
              </a:spcBef>
              <a:spcAft>
                <a:spcPts val="1199"/>
              </a:spcAft>
              <a:buNone/>
              <a:tabLst>
                <a:tab pos="0" algn="l"/>
              </a:tabLst>
            </a:pPr>
            <a:endParaRPr lang="en-US" sz="1700" b="0" u="none" strike="noStrike">
              <a:solidFill>
                <a:srgbClr val="000000"/>
              </a:solidFill>
              <a:effectLst/>
              <a:uFillTx/>
              <a:latin typeface="Arial"/>
            </a:endParaRPr>
          </a:p>
        </p:txBody>
      </p:sp>
      <p:pic>
        <p:nvPicPr>
          <p:cNvPr id="45" name="Google Shape;72;p14"/>
          <p:cNvPicPr/>
          <p:nvPr/>
        </p:nvPicPr>
        <p:blipFill>
          <a:blip r:embed="rId1"/>
          <a:stretch/>
        </p:blipFill>
        <p:spPr>
          <a:xfrm>
            <a:off x="4668480" y="2571840"/>
            <a:ext cx="4354920" cy="24487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500760"/>
            <a:ext cx="3706200" cy="2508480"/>
          </a:xfrm>
          <a:prstGeom prst="rect">
            <a:avLst/>
          </a:prstGeom>
          <a:noFill/>
          <a:ln w="0">
            <a:noFill/>
          </a:ln>
        </p:spPr>
        <p:txBody>
          <a:bodyPr lIns="91440" tIns="91440" rIns="91440" bIns="91440" anchor="t">
            <a:normAutofit/>
          </a:bodyPr>
          <a:p>
            <a:pPr indent="0" algn="l">
              <a:lnSpc>
                <a:spcPct val="100000"/>
              </a:lnSpc>
              <a:buNone/>
              <a:tabLst>
                <a:tab pos="0" algn="l"/>
              </a:tabLst>
            </a:pPr>
            <a:r>
              <a:rPr lang="en-GB" sz="2800" b="0" u="none" strike="noStrike">
                <a:solidFill>
                  <a:schemeClr val="lt1"/>
                </a:solidFill>
                <a:effectLst/>
                <a:uFillTx/>
                <a:latin typeface="Merriweather"/>
                <a:ea typeface="Merriweather"/>
              </a:rPr>
              <a:t>Engines</a:t>
            </a:r>
            <a:endParaRPr lang="en-US" sz="2800" b="0" u="none" strike="noStrike">
              <a:solidFill>
                <a:srgbClr val="000000"/>
              </a:solidFill>
              <a:effectLst/>
              <a:uFillTx/>
              <a:latin typeface="Arial"/>
            </a:endParaRPr>
          </a:p>
        </p:txBody>
      </p:sp>
      <p:sp>
        <p:nvSpPr>
          <p:cNvPr id="47" name="PlaceHolder 2"/>
          <p:cNvSpPr>
            <a:spLocks noGrp="1"/>
          </p:cNvSpPr>
          <p:nvPr>
            <p:ph/>
          </p:nvPr>
        </p:nvSpPr>
        <p:spPr>
          <a:xfrm>
            <a:off x="4644720" y="500760"/>
            <a:ext cx="4165920" cy="4098240"/>
          </a:xfrm>
          <a:prstGeom prst="rect">
            <a:avLst/>
          </a:prstGeom>
          <a:noFill/>
          <a:ln w="0">
            <a:noFill/>
          </a:ln>
        </p:spPr>
        <p:txBody>
          <a:bodyPr lIns="91440" tIns="91440" rIns="91440" bIns="91440" anchor="t">
            <a:noAutofit/>
          </a:bodyPr>
          <a:p>
            <a:pPr marL="457200" indent="-336600" algn="l">
              <a:lnSpc>
                <a:spcPct val="115000"/>
              </a:lnSpc>
              <a:buClr>
                <a:srgbClr val="666666"/>
              </a:buClr>
              <a:buFont typeface="Roboto"/>
              <a:buChar char="●"/>
            </a:pPr>
            <a:r>
              <a:rPr lang="en-GB" sz="1700" b="0" u="none" strike="noStrike">
                <a:solidFill>
                  <a:schemeClr val="dk2"/>
                </a:solidFill>
                <a:effectLst/>
                <a:uFillTx/>
                <a:latin typeface="Roboto"/>
                <a:ea typeface="Roboto"/>
              </a:rPr>
              <a:t>Diesel engines use compression ignition, while gasoline engines use spark ignition.</a:t>
            </a:r>
            <a:endParaRPr lang="en-US" sz="1700" b="0" u="none" strike="noStrike">
              <a:solidFill>
                <a:srgbClr val="000000"/>
              </a:solidFill>
              <a:effectLst/>
              <a:uFillTx/>
              <a:latin typeface="Arial"/>
            </a:endParaRPr>
          </a:p>
          <a:p>
            <a:pPr marL="457200" indent="-336600" algn="l">
              <a:lnSpc>
                <a:spcPct val="115000"/>
              </a:lnSpc>
              <a:buClr>
                <a:srgbClr val="666666"/>
              </a:buClr>
              <a:buFont typeface="Roboto"/>
              <a:buChar char="●"/>
            </a:pPr>
            <a:r>
              <a:rPr lang="en-GB" sz="1700" b="0" u="none" strike="noStrike">
                <a:solidFill>
                  <a:schemeClr val="dk2"/>
                </a:solidFill>
                <a:effectLst/>
                <a:uFillTx/>
                <a:latin typeface="Roboto"/>
                <a:ea typeface="Roboto"/>
              </a:rPr>
              <a:t> A diesel engine: compresses air much more injects fuel into very hot compressed air usually gives higher torque and better fuel efficiency </a:t>
            </a:r>
            <a:endParaRPr lang="en-US" sz="1700" b="0" u="none" strike="noStrike">
              <a:solidFill>
                <a:srgbClr val="000000"/>
              </a:solidFill>
              <a:effectLst/>
              <a:uFillTx/>
              <a:latin typeface="Arial"/>
            </a:endParaRPr>
          </a:p>
          <a:p>
            <a:pPr marL="457200" indent="-336600" algn="l">
              <a:lnSpc>
                <a:spcPct val="115000"/>
              </a:lnSpc>
              <a:buClr>
                <a:srgbClr val="666666"/>
              </a:buClr>
              <a:buFont typeface="Roboto"/>
              <a:buChar char="●"/>
            </a:pPr>
            <a:r>
              <a:rPr lang="en-GB" sz="1700" b="0" u="none" strike="noStrike">
                <a:solidFill>
                  <a:schemeClr val="dk2"/>
                </a:solidFill>
                <a:effectLst/>
                <a:uFillTx/>
                <a:latin typeface="Roboto"/>
                <a:ea typeface="Roboto"/>
              </a:rPr>
              <a:t>A gasoline engine: mixes air and fuel earlier uses a spark plug to ignite it usually gives higher RPM, smoother response, and quieter operation </a:t>
            </a:r>
            <a:endParaRPr lang="en-US" sz="1700" b="0" u="none" strike="noStrike">
              <a:solidFill>
                <a:srgbClr val="000000"/>
              </a:solidFill>
              <a:effectLst/>
              <a:uFillTx/>
              <a:latin typeface="Arial"/>
            </a:endParaRPr>
          </a:p>
          <a:p>
            <a:pPr marL="457200" indent="-336600" algn="l">
              <a:lnSpc>
                <a:spcPct val="115000"/>
              </a:lnSpc>
              <a:buClr>
                <a:srgbClr val="666666"/>
              </a:buClr>
              <a:buFont typeface="Roboto"/>
              <a:buChar char="●"/>
            </a:pPr>
            <a:r>
              <a:rPr lang="en-GB" sz="1700" b="0" u="none" strike="noStrike">
                <a:solidFill>
                  <a:schemeClr val="dk2"/>
                </a:solidFill>
                <a:effectLst/>
                <a:uFillTx/>
                <a:latin typeface="Roboto"/>
                <a:ea typeface="Roboto"/>
              </a:rPr>
              <a:t>So briefly: Diesel = more torque, more efficient Gasoline = smoother, revs higher, usually more sporty </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11760" y="500760"/>
            <a:ext cx="3706200" cy="2508480"/>
          </a:xfrm>
          <a:prstGeom prst="rect">
            <a:avLst/>
          </a:prstGeom>
          <a:noFill/>
          <a:ln w="0">
            <a:noFill/>
          </a:ln>
        </p:spPr>
        <p:txBody>
          <a:bodyPr lIns="91440" tIns="91440" rIns="91440" bIns="91440" anchor="t">
            <a:normAutofit/>
          </a:bodyPr>
          <a:p>
            <a:pPr indent="0" algn="l">
              <a:lnSpc>
                <a:spcPct val="100000"/>
              </a:lnSpc>
              <a:buNone/>
              <a:tabLst>
                <a:tab pos="0" algn="l"/>
              </a:tabLst>
            </a:pPr>
            <a:r>
              <a:rPr lang="en-GB" sz="2800" b="0" u="none" strike="noStrike">
                <a:solidFill>
                  <a:schemeClr val="lt1"/>
                </a:solidFill>
                <a:effectLst/>
                <a:uFillTx/>
                <a:latin typeface="Merriweather"/>
                <a:ea typeface="Merriweather"/>
              </a:rPr>
              <a:t>Garage</a:t>
            </a:r>
            <a:endParaRPr lang="en-US" sz="2800" b="0" u="none" strike="noStrike">
              <a:solidFill>
                <a:srgbClr val="000000"/>
              </a:solidFill>
              <a:effectLst/>
              <a:uFillTx/>
              <a:latin typeface="Arial"/>
            </a:endParaRPr>
          </a:p>
        </p:txBody>
      </p:sp>
      <p:sp>
        <p:nvSpPr>
          <p:cNvPr id="49" name="PlaceHolder 2"/>
          <p:cNvSpPr>
            <a:spLocks noGrp="1"/>
          </p:cNvSpPr>
          <p:nvPr>
            <p:ph/>
          </p:nvPr>
        </p:nvSpPr>
        <p:spPr>
          <a:xfrm>
            <a:off x="4644720" y="500760"/>
            <a:ext cx="4165920" cy="4098240"/>
          </a:xfrm>
          <a:prstGeom prst="rect">
            <a:avLst/>
          </a:prstGeom>
          <a:noFill/>
          <a:ln w="0">
            <a:noFill/>
          </a:ln>
        </p:spPr>
        <p:txBody>
          <a:bodyPr lIns="91440" tIns="91440" rIns="91440" bIns="91440" anchor="t">
            <a:normAutofit/>
          </a:bodyPr>
          <a:p>
            <a:pPr indent="0" algn="l">
              <a:spcBef>
                <a:spcPts val="1417"/>
              </a:spcBef>
              <a:buNone/>
            </a:pPr>
            <a:endParaRPr lang="en-US" sz="1300" b="0" u="none" strike="noStrike">
              <a:solidFill>
                <a:schemeClr val="dk2"/>
              </a:solidFill>
              <a:effectLst/>
              <a:uFillTx/>
              <a:latin typeface="Roboto"/>
            </a:endParaRPr>
          </a:p>
        </p:txBody>
      </p:sp>
      <p:pic>
        <p:nvPicPr>
          <p:cNvPr id="50" name="Google Shape;85;p16"/>
          <p:cNvPicPr/>
          <p:nvPr/>
        </p:nvPicPr>
        <p:blipFill>
          <a:blip r:embed="rId1"/>
          <a:srcRect l="24336" t="6586" r="28861" b="19649"/>
          <a:stretch/>
        </p:blipFill>
        <p:spPr>
          <a:xfrm>
            <a:off x="4446000" y="810000"/>
            <a:ext cx="4406760" cy="3863160"/>
          </a:xfrm>
          <a:prstGeom prst="rect">
            <a:avLst/>
          </a:prstGeom>
          <a:noFill/>
          <a:ln w="0">
            <a:noFill/>
          </a:ln>
        </p:spPr>
      </p:pic>
      <p:sp>
        <p:nvSpPr>
          <p:cNvPr id="51" name="Google Shape;86;p16"/>
          <p:cNvSpPr/>
          <p:nvPr/>
        </p:nvSpPr>
        <p:spPr>
          <a:xfrm>
            <a:off x="311760" y="1210320"/>
            <a:ext cx="3790080" cy="32626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n-GB" sz="2000" b="0" u="none" strike="noStrike">
                <a:solidFill>
                  <a:schemeClr val="lt1"/>
                </a:solidFill>
                <a:effectLst/>
                <a:uFillTx/>
                <a:latin typeface="Roboto"/>
                <a:ea typeface="Roboto"/>
              </a:rPr>
              <a:t>The models are stored in the models table, and if the user saves a car that car goes into the saved_car_builds table. In both instances we store the models url so load times can be faster and more efficient. The user can only access their builds, customize them or delete them.</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311760" y="500760"/>
            <a:ext cx="3706200" cy="2508480"/>
          </a:xfrm>
          <a:prstGeom prst="rect">
            <a:avLst/>
          </a:prstGeom>
          <a:noFill/>
          <a:ln w="0">
            <a:noFill/>
          </a:ln>
        </p:spPr>
        <p:txBody>
          <a:bodyPr lIns="91440" tIns="91440" rIns="91440" bIns="91440" anchor="t">
            <a:normAutofit/>
          </a:bodyPr>
          <a:p>
            <a:pPr indent="0" algn="l">
              <a:lnSpc>
                <a:spcPct val="100000"/>
              </a:lnSpc>
              <a:buNone/>
              <a:tabLst>
                <a:tab pos="0" algn="l"/>
              </a:tabLst>
            </a:pPr>
            <a:r>
              <a:rPr lang="en-GB" sz="2800" b="0" u="none" strike="noStrike">
                <a:solidFill>
                  <a:schemeClr val="lt1"/>
                </a:solidFill>
                <a:effectLst/>
                <a:uFillTx/>
                <a:latin typeface="Merriweather"/>
                <a:ea typeface="Merriweather"/>
              </a:rPr>
              <a:t>How do we store users and their data</a:t>
            </a:r>
            <a:endParaRPr lang="en-US" sz="2800" b="0" u="none" strike="noStrike">
              <a:solidFill>
                <a:srgbClr val="000000"/>
              </a:solidFill>
              <a:effectLst/>
              <a:uFillTx/>
              <a:latin typeface="Arial"/>
            </a:endParaRPr>
          </a:p>
        </p:txBody>
      </p:sp>
      <p:sp>
        <p:nvSpPr>
          <p:cNvPr id="53" name="PlaceHolder 2"/>
          <p:cNvSpPr>
            <a:spLocks noGrp="1"/>
          </p:cNvSpPr>
          <p:nvPr>
            <p:ph/>
          </p:nvPr>
        </p:nvSpPr>
        <p:spPr>
          <a:xfrm>
            <a:off x="4644720" y="500760"/>
            <a:ext cx="4165920" cy="4098240"/>
          </a:xfrm>
          <a:prstGeom prst="rect">
            <a:avLst/>
          </a:prstGeom>
          <a:noFill/>
          <a:ln w="0">
            <a:noFill/>
          </a:ln>
        </p:spPr>
        <p:txBody>
          <a:bodyPr lIns="91440" tIns="91440" rIns="91440" bIns="91440" anchor="t">
            <a:normAutofit/>
          </a:bodyPr>
          <a:p>
            <a:pPr marL="457200" indent="-343080" algn="l">
              <a:lnSpc>
                <a:spcPct val="115000"/>
              </a:lnSpc>
              <a:buClr>
                <a:srgbClr val="666666"/>
              </a:buClr>
              <a:buFont typeface="Roboto"/>
              <a:buChar char="●"/>
            </a:pPr>
            <a:r>
              <a:rPr lang="en-GB" sz="1800" b="0" u="none" strike="noStrike">
                <a:solidFill>
                  <a:schemeClr val="dk2"/>
                </a:solidFill>
                <a:effectLst/>
                <a:uFillTx/>
                <a:latin typeface="Roboto"/>
                <a:ea typeface="Roboto"/>
              </a:rPr>
              <a:t>The only personal information that we store is that their email. </a:t>
            </a:r>
            <a:endParaRPr lang="en-US" sz="1800" b="0" u="none" strike="noStrike">
              <a:solidFill>
                <a:srgbClr val="000000"/>
              </a:solidFill>
              <a:effectLst/>
              <a:uFillTx/>
              <a:latin typeface="Arial"/>
            </a:endParaRPr>
          </a:p>
          <a:p>
            <a:pPr marL="457200" indent="-343080" algn="l">
              <a:lnSpc>
                <a:spcPct val="115000"/>
              </a:lnSpc>
              <a:buClr>
                <a:srgbClr val="666666"/>
              </a:buClr>
              <a:buFont typeface="Roboto"/>
              <a:buChar char="●"/>
            </a:pPr>
            <a:r>
              <a:rPr lang="en-GB" sz="1800" b="0" u="none" strike="noStrike">
                <a:solidFill>
                  <a:schemeClr val="dk2"/>
                </a:solidFill>
                <a:effectLst/>
                <a:uFillTx/>
                <a:latin typeface="Roboto"/>
                <a:ea typeface="Roboto"/>
              </a:rPr>
              <a:t>Their password is stored with Supabase’s encryption. No other personal information is stored.</a:t>
            </a:r>
            <a:endParaRPr lang="en-US" sz="1800" b="0" u="none" strike="noStrike">
              <a:solidFill>
                <a:srgbClr val="000000"/>
              </a:solidFill>
              <a:effectLst/>
              <a:uFillTx/>
              <a:latin typeface="Arial"/>
            </a:endParaRPr>
          </a:p>
          <a:p>
            <a:pPr marL="457200" indent="-343080" algn="l">
              <a:lnSpc>
                <a:spcPct val="115000"/>
              </a:lnSpc>
              <a:buClr>
                <a:srgbClr val="666666"/>
              </a:buClr>
              <a:buFont typeface="Roboto"/>
              <a:buChar char="●"/>
            </a:pPr>
            <a:r>
              <a:rPr lang="en-GB" sz="1800" b="0" u="none" strike="noStrike">
                <a:solidFill>
                  <a:schemeClr val="dk2"/>
                </a:solidFill>
                <a:effectLst/>
                <a:uFillTx/>
                <a:latin typeface="Roboto"/>
                <a:ea typeface="Roboto"/>
              </a:rPr>
              <a:t>Every user gets a randomly generated uid which can be used to store their build with their uid so only they can access it.</a:t>
            </a:r>
            <a:endParaRPr lang="en-US" sz="1800" b="0" u="none" strike="noStrike">
              <a:solidFill>
                <a:srgbClr val="000000"/>
              </a:solidFill>
              <a:effectLst/>
              <a:uFillTx/>
              <a:latin typeface="Arial"/>
            </a:endParaRPr>
          </a:p>
          <a:p>
            <a:pPr indent="0" algn="l">
              <a:lnSpc>
                <a:spcPct val="115000"/>
              </a:lnSpc>
              <a:spcBef>
                <a:spcPts val="1199"/>
              </a:spcBef>
              <a:spcAft>
                <a:spcPts val="1199"/>
              </a:spcAft>
              <a:buNone/>
              <a:tabLst>
                <a:tab pos="0" algn="l"/>
              </a:tabLst>
            </a:pP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311760" y="500760"/>
            <a:ext cx="3706200" cy="2508480"/>
          </a:xfrm>
          <a:prstGeom prst="rect">
            <a:avLst/>
          </a:prstGeom>
          <a:noFill/>
          <a:ln w="0">
            <a:noFill/>
          </a:ln>
        </p:spPr>
        <p:txBody>
          <a:bodyPr lIns="91440" tIns="91440" rIns="91440" bIns="91440" anchor="t">
            <a:normAutofit/>
          </a:bodyPr>
          <a:p>
            <a:pPr indent="0" algn="l">
              <a:lnSpc>
                <a:spcPct val="100000"/>
              </a:lnSpc>
              <a:buNone/>
              <a:tabLst>
                <a:tab pos="0" algn="l"/>
              </a:tabLst>
            </a:pPr>
            <a:r>
              <a:rPr lang="en-GB" sz="2800" b="0" u="none" strike="noStrike">
                <a:solidFill>
                  <a:schemeClr val="lt1"/>
                </a:solidFill>
                <a:effectLst/>
                <a:uFillTx/>
                <a:latin typeface="Merriweather"/>
                <a:ea typeface="Merriweather"/>
              </a:rPr>
              <a:t>Technology used</a:t>
            </a:r>
            <a:endParaRPr lang="en-US" sz="2800" b="0" u="none" strike="noStrike">
              <a:solidFill>
                <a:srgbClr val="000000"/>
              </a:solidFill>
              <a:effectLst/>
              <a:uFillTx/>
              <a:latin typeface="Arial"/>
            </a:endParaRPr>
          </a:p>
        </p:txBody>
      </p:sp>
      <p:sp>
        <p:nvSpPr>
          <p:cNvPr id="55" name="PlaceHolder 2"/>
          <p:cNvSpPr>
            <a:spLocks noGrp="1"/>
          </p:cNvSpPr>
          <p:nvPr>
            <p:ph/>
          </p:nvPr>
        </p:nvSpPr>
        <p:spPr>
          <a:xfrm>
            <a:off x="4535280" y="522360"/>
            <a:ext cx="4165920" cy="4098240"/>
          </a:xfrm>
          <a:prstGeom prst="rect">
            <a:avLst/>
          </a:prstGeom>
          <a:noFill/>
          <a:ln w="0">
            <a:noFill/>
          </a:ln>
        </p:spPr>
        <p:txBody>
          <a:bodyPr lIns="91440" tIns="91440" rIns="91440" bIns="91440" anchor="t">
            <a:normAutofit/>
          </a:bodyPr>
          <a:p>
            <a:pPr marL="457200" indent="-355680" algn="l">
              <a:lnSpc>
                <a:spcPct val="115000"/>
              </a:lnSpc>
              <a:buClr>
                <a:srgbClr val="666666"/>
              </a:buClr>
              <a:buFont typeface="Roboto"/>
              <a:buChar char="●"/>
            </a:pPr>
            <a:r>
              <a:rPr lang="en-GB" sz="2000" b="0" u="none" strike="noStrike">
                <a:solidFill>
                  <a:schemeClr val="dk2"/>
                </a:solidFill>
                <a:effectLst/>
                <a:uFillTx/>
                <a:latin typeface="Roboto"/>
                <a:ea typeface="Roboto"/>
              </a:rPr>
              <a:t>Frontend: NextJS, shadcnUI, Three.js (for the 3d models)</a:t>
            </a:r>
            <a:endParaRPr lang="en-US" sz="2000" b="0" u="none" strike="noStrike">
              <a:solidFill>
                <a:srgbClr val="000000"/>
              </a:solidFill>
              <a:effectLst/>
              <a:uFillTx/>
              <a:latin typeface="Arial"/>
            </a:endParaRPr>
          </a:p>
          <a:p>
            <a:pPr marL="457200" indent="-355680" algn="l">
              <a:lnSpc>
                <a:spcPct val="115000"/>
              </a:lnSpc>
              <a:buClr>
                <a:srgbClr val="666666"/>
              </a:buClr>
              <a:buFont typeface="Roboto"/>
              <a:buChar char="●"/>
            </a:pPr>
            <a:r>
              <a:rPr lang="en-GB" sz="2000" b="0" u="none" strike="noStrike">
                <a:solidFill>
                  <a:schemeClr val="dk2"/>
                </a:solidFill>
                <a:effectLst/>
                <a:uFillTx/>
                <a:latin typeface="Roboto"/>
                <a:ea typeface="Roboto"/>
              </a:rPr>
              <a:t>Backend: Supabase, postgreSQL</a:t>
            </a:r>
            <a:endParaRPr lang="en-US" sz="2000" b="0" u="none" strike="noStrike">
              <a:solidFill>
                <a:srgbClr val="000000"/>
              </a:solidFill>
              <a:effectLst/>
              <a:uFillTx/>
              <a:latin typeface="Arial"/>
            </a:endParaRPr>
          </a:p>
          <a:p>
            <a:pPr marL="457200" indent="-355680" algn="l">
              <a:lnSpc>
                <a:spcPct val="115000"/>
              </a:lnSpc>
              <a:buClr>
                <a:srgbClr val="666666"/>
              </a:buClr>
              <a:buFont typeface="Roboto"/>
              <a:buChar char="●"/>
            </a:pPr>
            <a:r>
              <a:rPr lang="en-GB" sz="2000" b="0" u="none" strike="noStrike">
                <a:solidFill>
                  <a:schemeClr val="dk2"/>
                </a:solidFill>
                <a:effectLst/>
                <a:uFillTx/>
                <a:latin typeface="Roboto"/>
                <a:ea typeface="Roboto"/>
              </a:rPr>
              <a:t>Hosted on Vercel</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LibreOffice/26.2.2.2$Windows_X86_64 LibreOffice_project/1f77d10d6938fd34972958f64b2bcfa54f8b1ba5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2026-04-14T01:04:45Z</dcterms:modified>
  <cp:revision>1</cp:revision>
  <dc:subject/>
  <dc:title/>
</cp:coreProperties>
</file>